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CC8"/>
                </a:solidFill>
              </a:rPr>
              <a:t>Experimental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77824"/>
            <a:ext cx="11274552" cy="18288"/>
          </a:xfrm>
          <a:prstGeom prst="rect">
            <a:avLst/>
          </a:prstGeom>
          <a:solidFill>
            <a:srgbClr val="D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566160" cy="5120640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5CC8"/>
                </a:solidFill>
              </a:rPr>
              <a:t>Dataset — CIFAR-100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1790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  50 000 train / 10 000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  100 classes, 32 × 32 px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39696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0592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  SimCLR augmentation: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61488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    · Random crop + h-flip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7238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    · Colour jitter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8328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    · Gaussian blur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694176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    · Random grayscale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005072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315968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  Two augmented 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62686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   · Positive pair in constrastive learning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0248" y="1005840"/>
            <a:ext cx="3566160" cy="5120640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53128" y="117043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5CC8"/>
                </a:solidFill>
              </a:rPr>
              <a:t>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151790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  Encoder: ResNet-18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182880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    · 3×3 stride-1 first conv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8" y="2139696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      (preserves 32px resolution)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07408" y="2450592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    · Output: 512-d vector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8" y="2761488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 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8" y="307238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  Projector (optional)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8" y="338328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    · Linear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7408" y="3694176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    · BatchNorm (optional)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7408" y="4005072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    · ReLU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7408" y="4315968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    · Linear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7408" y="462686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    · BatchNorm (optional)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83296" y="1005840"/>
            <a:ext cx="3566160" cy="5120640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66176" y="117043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5CC8"/>
                </a:solidFill>
              </a:rPr>
              <a:t>Training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0456" y="151790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  Loss: NT-Xent  (Temperature = 0.1)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0456" y="182880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    · 2(B-1) negatives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2139696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 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0456" y="2450592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  Optimiser: SGD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0456" y="2761488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    · Momentum 0.9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0456" y="307238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    · Weight decay 1e-4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0456" y="338328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    · (excl. BN &amp; biases)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0456" y="3694176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 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0456" y="4005072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  Schedule: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0456" y="4315968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    · Warmup 10 ep -&gt; cosine annealing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0456" y="462686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    · 256 batch size  · 200 epochs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CC8"/>
                </a:solidFill>
              </a:rPr>
              <a:t>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77824"/>
            <a:ext cx="11274552" cy="18288"/>
          </a:xfrm>
          <a:prstGeom prst="rect">
            <a:avLst/>
          </a:prstGeom>
          <a:solidFill>
            <a:srgbClr val="D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5556E"/>
                </a:solidFill>
              </a:rPr>
              <a:t>Downstream Accuracy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3716"/>
          </a:xfrm>
          <a:prstGeom prst="rect">
            <a:avLst/>
          </a:prstGeom>
          <a:solidFill>
            <a:srgbClr val="D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5500116" cy="1417320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389888"/>
            <a:ext cx="51709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5CC8"/>
                </a:solidFill>
              </a:rPr>
              <a:t>kNN Accuracy  (k = 20)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682496"/>
            <a:ext cx="5170932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•  0 = random; 1 = perfect - tests geometric clustering of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929384"/>
            <a:ext cx="5170932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•  Majority class among 20 nearest neighbours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76272"/>
            <a:ext cx="5170932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•  No training, no linear assumption - pure geometry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423160"/>
            <a:ext cx="5170932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•  Reports Top-1 and Top-5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1636" y="1298448"/>
            <a:ext cx="5500116" cy="1417320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6228" y="1389888"/>
            <a:ext cx="51709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5CC8"/>
                </a:solidFill>
              </a:rPr>
              <a:t>Linear Probe  (Top-1 / Top-5)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6228" y="1682496"/>
            <a:ext cx="5170932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•  Tests whether class info is linearly readable from frozen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6228" y="1929384"/>
            <a:ext cx="5170932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   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6228" y="2176272"/>
            <a:ext cx="5170932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•  Single linear layer on encoder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6228" y="2423160"/>
            <a:ext cx="5170932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•  Good accuracy = no non-linear decoding needed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6228" y="2670048"/>
            <a:ext cx="5170932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•  Reports Top-1 and Top-5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62072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5556E"/>
                </a:solidFill>
              </a:rPr>
              <a:t>Sparsity Metrics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118104"/>
            <a:ext cx="11274552" cy="13716"/>
          </a:xfrm>
          <a:prstGeom prst="rect">
            <a:avLst/>
          </a:prstGeom>
          <a:solidFill>
            <a:srgbClr val="D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191256"/>
            <a:ext cx="3624072" cy="3483864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3282696"/>
            <a:ext cx="3294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5CC8"/>
                </a:solidFill>
              </a:rPr>
              <a:t>Activation histograms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3575304"/>
            <a:ext cx="3294888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•  Tracks the distribution of activations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3822192"/>
            <a:ext cx="3294888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•  Overview over the feature geometry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82440" y="3191256"/>
            <a:ext cx="3624072" cy="3483864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47032" y="3282696"/>
            <a:ext cx="3294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5CC8"/>
                </a:solidFill>
              </a:rPr>
              <a:t>Zero Fraction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47032" y="3575304"/>
            <a:ext cx="3294888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•  Fraction of activations that are 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7032" y="3822192"/>
            <a:ext cx="3294888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    small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47032" y="4069080"/>
            <a:ext cx="3294888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•  High = many neurons off for a given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47032" y="4315968"/>
            <a:ext cx="3294888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    input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47032" y="4562856"/>
            <a:ext cx="3294888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•  Measures input-specific hard sparsity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07680" y="3191256"/>
            <a:ext cx="3624072" cy="3483864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2272" y="3282696"/>
            <a:ext cx="3294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5CC8"/>
                </a:solidFill>
              </a:rPr>
              <a:t>Hoyer Sparsity Index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2272" y="3575304"/>
            <a:ext cx="3294888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•  0 = uniform activity; 1 = single active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2272" y="3822192"/>
            <a:ext cx="3294888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    unit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2272" y="4069080"/>
            <a:ext cx="3294888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•  L1/L2 ratio - normalised to [0, 1]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2272" y="4389120"/>
            <a:ext cx="2194560" cy="38265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5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CC8"/>
                </a:solidFill>
              </a:rPr>
              <a:t>Representation Structure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77824"/>
            <a:ext cx="11274552" cy="18288"/>
          </a:xfrm>
          <a:prstGeom prst="rect">
            <a:avLst/>
          </a:prstGeom>
          <a:solidFill>
            <a:srgbClr val="D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274552" cy="1600200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389888"/>
            <a:ext cx="5533583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•  Low within-class variance indicates tighly clustered representations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36776"/>
            <a:ext cx="5533583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•  High between-class variance indicates separated representations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883664"/>
            <a:ext cx="5533583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•  The ratio between / (within + between) quantifies the amount 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130552"/>
            <a:ext cx="5533583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    variability explained by class difference (bounded [0,1])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377440"/>
            <a:ext cx="5533583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•  =&gt; Variance decomposition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287" y="1371600"/>
            <a:ext cx="999744" cy="292608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287" y="1719072"/>
            <a:ext cx="1484715" cy="292608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4287" y="2066544"/>
            <a:ext cx="1648348" cy="38404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57200" y="3008376"/>
            <a:ext cx="3624072" cy="3666744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099816"/>
            <a:ext cx="3294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5CC8"/>
                </a:solidFill>
              </a:rPr>
              <a:t>Separability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392424"/>
            <a:ext cx="2194560" cy="51131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1792" y="3831336"/>
            <a:ext cx="3294888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•  How strongly does a feature predict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4078224"/>
            <a:ext cx="3294888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    class identity?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4325112"/>
            <a:ext cx="3294888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•  0 = no class signal; 1 = pure class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4572000"/>
            <a:ext cx="3294888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    signal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4818888"/>
            <a:ext cx="3294888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•  Averaged over all features for a scalar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5065776"/>
            <a:ext cx="3294888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    score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82440" y="3008376"/>
            <a:ext cx="3624072" cy="3666744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47032" y="3099816"/>
            <a:ext cx="3294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5CC8"/>
                </a:solidFill>
              </a:rPr>
              <a:t>Disentanglement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7032" y="3392424"/>
            <a:ext cx="2194560" cy="31668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447032" y="3831336"/>
            <a:ext cx="3294888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•  Does each latent feature only represent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47032" y="4078224"/>
            <a:ext cx="3294888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    one class?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47032" y="4325112"/>
            <a:ext cx="3294888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•  R: (Latent x Class) matrix of relative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7032" y="4572000"/>
            <a:ext cx="3294888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    importance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47032" y="4818888"/>
            <a:ext cx="3294888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•  R_ij: importance of feature i for class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47032" y="5065776"/>
            <a:ext cx="3294888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    j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47032" y="5312664"/>
            <a:ext cx="3294888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•  Here: Variance explained ratio 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47032" y="5559552"/>
            <a:ext cx="3294888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    importance for every feature/class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47032" y="5806440"/>
            <a:ext cx="3294888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•  Simple terms: 1 - per-feature entropy of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47032" y="6053328"/>
            <a:ext cx="3294888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    normalized relative importances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47032" y="6300216"/>
            <a:ext cx="3294888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•  Low entropy =&gt; Feature variance only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47032" y="6547104"/>
            <a:ext cx="3294888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    explained by a single class =&gt; High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47032" y="6793992"/>
            <a:ext cx="3294888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    Disentanglement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07680" y="3008376"/>
            <a:ext cx="3624072" cy="3666744"/>
          </a:xfrm>
          <a:prstGeom prst="rect">
            <a:avLst/>
          </a:prstGeom>
          <a:solidFill>
            <a:srgbClr val="F0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72272" y="3099816"/>
            <a:ext cx="3294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5CC8"/>
                </a:solidFill>
              </a:rPr>
              <a:t>Completeness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2272" y="3392424"/>
            <a:ext cx="2194560" cy="42672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272272" y="3831336"/>
            <a:ext cx="3294888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•  Is each class only explained by a single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2272" y="4078224"/>
            <a:ext cx="3294888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    latent feature?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2272" y="4325112"/>
            <a:ext cx="3294888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•  Mirrored to disentanglement: 1 - entropy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2272" y="4572000"/>
            <a:ext cx="3294888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    of per-class (normalized) relative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2272" y="4818888"/>
            <a:ext cx="3294888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    importances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2272" y="5065776"/>
            <a:ext cx="3294888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•  Low entropy =&gt; Only a single feature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2272" y="5312664"/>
            <a:ext cx="3294888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    indicates this class identity well =&gt;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2272" y="5559552"/>
            <a:ext cx="3294888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    High completeness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960120"/>
            <a:ext cx="112745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6E"/>
                </a:solidFill>
              </a:rPr>
              <a:t>Eastwood &amp; Williams, ICLR 2018  —  "A Framework for the Quantitative Evaluation of Disentangled Representations"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